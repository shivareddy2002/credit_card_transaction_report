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CREDIT CARD WEEKLY STATUS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Financial Dashboard</a:t>
            </a:r>
          </a:p>
          <a:p/>
          <a:p>
            <a:r>
              <a:t>Prepared By:</a:t>
            </a:r>
          </a:p>
          <a:p>
            <a:r>
              <a:t>Lomada Siva Gangi Reddy</a:t>
            </a:r>
          </a:p>
          <a:p>
            <a:r>
              <a:t>Aspiring Data Analyst | SQL | Power BI | DAX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Project Objective</a:t>
            </a:r>
          </a:p>
          <a:p>
            <a:r>
              <a:t>2. Data Source &amp; SQL Database</a:t>
            </a:r>
          </a:p>
          <a:p>
            <a:r>
              <a:t>3. Data Processing &amp; DAX</a:t>
            </a:r>
          </a:p>
          <a:p>
            <a:r>
              <a:t>4. Dashboard Overview</a:t>
            </a:r>
          </a:p>
          <a:p>
            <a:r>
              <a:t>5. Weekly &amp; YTD Insights</a:t>
            </a:r>
          </a:p>
          <a:p>
            <a:r>
              <a:t>6. Business Impact</a:t>
            </a:r>
          </a:p>
          <a:p>
            <a:r>
              <a:t>7. Export &amp; Sharing</a:t>
            </a:r>
          </a:p>
          <a:p>
            <a:r>
              <a:t>8. 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 a comprehensive credit card weekly dashboard</a:t>
            </a:r>
          </a:p>
          <a:p>
            <a:r>
              <a:t>• Provide real-time insights into key KPIs and trends</a:t>
            </a:r>
          </a:p>
          <a:p>
            <a:r>
              <a:t>• Enable data-driven decision making for stakeholders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Transaction and customer data stored in SQL database</a:t>
            </a:r>
          </a:p>
          <a:p>
            <a:r>
              <a:t>• Data includes customer, transaction, revenue &amp; interest details</a:t>
            </a:r>
          </a:p>
          <a:p/>
          <a:p>
            <a:r>
              <a:t>GitHub:</a:t>
            </a:r>
          </a:p>
          <a:p>
            <a:r>
              <a:t>https://github.com/shivareddy2002/Credit_Card_Transaction_Report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Data to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Prepared CSV files</a:t>
            </a:r>
          </a:p>
          <a:p>
            <a:r>
              <a:t>• Created SQL tables</a:t>
            </a:r>
          </a:p>
          <a:p>
            <a:r>
              <a:t>• Imported CSV data into SQL</a:t>
            </a:r>
          </a:p>
          <a:p>
            <a:r>
              <a:t>• Validated and cleaned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Connected Power BI with SQL database</a:t>
            </a:r>
          </a:p>
          <a:p>
            <a:r>
              <a:t>• Built data model &amp; relationships</a:t>
            </a:r>
          </a:p>
          <a:p>
            <a:r>
              <a:t>• Cleaned and transformed data</a:t>
            </a:r>
          </a:p>
          <a:p>
            <a:r>
              <a:t>• Optimized for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– 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 Groups: 20–30, 30–40, 40–50, 50–60, 60+</a:t>
            </a:r>
          </a:p>
          <a:p>
            <a:r>
              <a:t>• Income Groups: Low, Medium, High</a:t>
            </a:r>
          </a:p>
          <a:p>
            <a:r>
              <a:t>• Enables customer behavior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– Revenue &amp; Time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= Annual Fees + Transaction Amount + Interest</a:t>
            </a:r>
          </a:p>
          <a:p>
            <a:r>
              <a:t>• Current Week Revenue</a:t>
            </a:r>
          </a:p>
          <a:p>
            <a:r>
              <a:t>• Previous Week Revenue</a:t>
            </a:r>
          </a:p>
          <a:p>
            <a:r>
              <a:t>• Week-over-Week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Interactive Power BI dashboard</a:t>
            </a:r>
          </a:p>
          <a:p>
            <a:r>
              <a:t>• KPIs: Revenue, Transactions, Customers, Interest</a:t>
            </a:r>
          </a:p>
          <a:p>
            <a:r>
              <a:t>• Filters by week, card type, gender &amp; region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Insights – Week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increased by 28.8%</a:t>
            </a:r>
          </a:p>
          <a:p>
            <a:r>
              <a:t>• Transaction amount increased</a:t>
            </a:r>
          </a:p>
          <a:p>
            <a:r>
              <a:t>• Transaction count increased</a:t>
            </a:r>
          </a:p>
          <a:p>
            <a:r>
              <a:t>• Customer count increased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Year-to-Date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Revenue: 57M</a:t>
            </a:r>
          </a:p>
          <a:p>
            <a:r>
              <a:t>• Total Transaction Amount: 46M</a:t>
            </a:r>
          </a:p>
          <a:p>
            <a:r>
              <a:t>• Total Interest Earned: 8M</a:t>
            </a:r>
          </a:p>
          <a:p>
            <a:r>
              <a:t>• Male revenue: 31M | Female revenue: 26M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 &amp; Regional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Blue &amp; Silver cards contribute 93% of transactions</a:t>
            </a:r>
          </a:p>
          <a:p>
            <a:r>
              <a:t>• TX, NY &amp; CA contribute 68% of total revenue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Activation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Activation Rate: 57.5%</a:t>
            </a:r>
          </a:p>
          <a:p>
            <a:r>
              <a:t>• Delinquent Rate: 6.06%</a:t>
            </a:r>
          </a:p>
          <a:p>
            <a:r>
              <a:t>• Helps in risk and customer engagement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KPI monitoring</a:t>
            </a:r>
          </a:p>
          <a:p>
            <a:r>
              <a:t>• Improved decision making</a:t>
            </a:r>
          </a:p>
          <a:p>
            <a:r>
              <a:t>• Identification of high-performing cards &amp; regions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 &amp;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Exported dashboard as PDF</a:t>
            </a:r>
          </a:p>
          <a:p>
            <a:r>
              <a:t>• Shared via Power BI Service</a:t>
            </a:r>
          </a:p>
          <a:p>
            <a:r>
              <a:t>• Used for weekly review meetings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&amp; delinquency prediction</a:t>
            </a:r>
          </a:p>
          <a:p>
            <a:r>
              <a:t>• Automated refresh in Power BI Service</a:t>
            </a:r>
          </a:p>
          <a:p>
            <a:r>
              <a:t>• Customer-level drill-down reports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built a credit card financial dashboard</a:t>
            </a:r>
          </a:p>
          <a:p>
            <a:r>
              <a:t>• Delivered actionable insights using SQL &amp; Power BI</a:t>
            </a:r>
          </a:p>
          <a:p>
            <a:r>
              <a:t>• Demonstrates strong data analytics skills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Lomada Siva Gangi Reddy</a:t>
            </a:r>
          </a:p>
          <a:p>
            <a:r>
              <a:t>B.Tech CSE (Data Science), RGMCET</a:t>
            </a:r>
          </a:p>
          <a:p>
            <a:r>
              <a:t>Aspiring Data Analyst</a:t>
            </a:r>
          </a:p>
          <a:p/>
          <a:p>
            <a:r>
              <a:t>LinkedIn:</a:t>
            </a:r>
          </a:p>
          <a:p>
            <a:r>
              <a:t>https://www.linkedin.com/in/lomada-siva-gangi-reddy-a64197280/</a:t>
            </a:r>
          </a:p>
          <a:p/>
          <a:p>
            <a:r>
              <a:t>GitHub:</a:t>
            </a:r>
          </a:p>
          <a:p>
            <a:r>
              <a:t>https://github.com/shivareddy2002</a:t>
            </a:r>
          </a:p>
          <a:p/>
          <a:p>
            <a:r>
              <a:t>Portfolio:</a:t>
            </a:r>
          </a:p>
          <a:p>
            <a:r>
              <a:t>https://lsgr-portfolio-pulse.lovable.app/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