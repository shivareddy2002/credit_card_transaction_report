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65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1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3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FB96-9F58-7846-BD36-C2ADB7E9F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285-FDB6-458B-88F7-8E96A689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1E75C-FCBC-9400-88AB-AE670346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2C829-F479-96B1-1B32-135D172E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223D7-626E-ED05-D21F-0961FACA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09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98B6-1788-2E6E-2C1E-73D76724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6EA7F-37AB-26FF-1A30-06FCB82D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03A9-D235-131A-524F-4BBD0A2A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3BB53-C35E-6FA9-7B5C-BCD9FD9B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A43B2-10D4-6979-9E7D-23C512DE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24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A557-FAC7-EDFF-5D6F-547ECDA4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EA8C0-3D04-9BB0-ED20-524C7A172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9FC19-B19E-683B-2E73-2D0E2BF9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5DC8F-31E5-F66A-2B5A-55F89F9E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23422-95AA-3749-E8E1-0941859C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6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F00D-C942-3C5F-0E6E-14965DE3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C1876-55A8-5F2E-FC44-03AFC23D7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54AF1-32C0-CBDA-EE32-340676534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A86A2-2F33-05E7-653F-1344D299D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F4894-0771-9E7F-FCD5-C042BBE7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ED8C3-C628-1659-24D3-9A16CA31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56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48BA-E667-CCA2-925D-A58A5E5C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266D0-B9F0-9EBC-C995-BBB6E0F0A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9BF4F-D304-361C-4A91-5E71C0F69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9ABCAA-48AA-E5EE-2FDE-045A44FB9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52748-EDD0-7ADD-5F96-D51CE1476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945F1-FD6C-39BC-A88C-0A6A826B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D44C9-CECF-0110-28E9-AACD7FC9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4AEB17-3F67-B4D7-F737-C4BD99F1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044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FA69-9240-C73B-0654-03317F49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4B087-398F-0356-3B61-100375F3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D5426-0CF2-DF28-5576-2957D197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72D1D-CAD9-2B84-A002-39E54323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666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2849CB-4079-9EE8-2B5C-05D31125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2FEF0-FEA5-3E24-80C4-4D3BA166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5AB13-05E2-B65D-0B5D-19867258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00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E1ADF-FD72-7D78-5D08-69767EAE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8D5AC-9152-BB77-1D3D-64B81005E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B1A51-E79F-FE2D-3F30-373FAD24D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B22EF-C20F-9140-1B5E-9F54C1BD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6F673-B570-6466-78C1-C8E5B78E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71EE0-957C-4506-C3C5-BEA2B06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22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55D0-EB7B-7D17-F2A1-627869C7A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2C46D-A77F-C7BB-DAEA-A1648432E0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0C416-18AA-B0DE-19D4-D637F2430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370B7-90A6-61DD-3B0F-BEDABD51D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ED96B-AE09-855E-1519-EF44EA69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DB851-D675-1389-789E-73A7BBF5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74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30A3-C0D4-1CBD-A484-CE556780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B08B5-AFB0-D561-534D-202CA99D1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BF60-E0AB-539F-E420-F21E0F59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24711-7D57-5C10-43D4-722909E29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14FCD-639E-7C38-F95E-FA6DF8D6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06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11F9EB-2E98-76E5-26D5-4B18BE5C3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49F75-F196-57DD-9CEE-C296CB301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D3048-90FB-030F-ADE9-B3970FAB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12D90-CF10-CB94-D6DC-E1FBE2D5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AD8A3-145D-52A0-D036-8172BC65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50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50000">
              <a:schemeClr val="accent4">
                <a:alpha val="80000"/>
                <a:lumMod val="14000"/>
                <a:lumOff val="86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DB52B-92A9-464A-A938-42C8AFC6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143C5-6B03-D73B-8D68-0C795DEA6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24489-093F-72AE-F528-675E8F096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302C6-EC08-47A1-893D-FEDAB4524A51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A8B4C-E6EC-8CFE-FEA3-6264CA68B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AEB79-37CA-91B2-9579-68336100A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C9CA4-7A43-40AF-B5D9-B83A031CE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33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ivareddy2002/Credit_Card_Transaction_Repor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ivareddy2002/Credit_Card_Transaction_Repor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YSSy2iV1EUN50Yyfj53jRacoqx3Kx3rV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vareddy2002" TargetMode="External"/><Relationship Id="rId2" Type="http://schemas.openxmlformats.org/officeDocument/2006/relationships/hyperlink" Target="https://www.linkedin.com/in/lomada-siva-gangi-reddy-a64197280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sgr-portfolio-pulse.lovable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29FE-C4BF-9000-7CFF-29D24A881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48378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CREDIT CARD TRANSACTION DASHBOARD</a:t>
            </a:r>
            <a:b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(Power BI | SQL | DAX)</a:t>
            </a:r>
            <a:b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96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6C6A-EF8A-9A06-C688-53C500180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603" y="462988"/>
            <a:ext cx="10515600" cy="843082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TRANSACTIONS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C383C-224F-5C27-F7F1-86ADE2D54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10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Financial Dashboard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📅 Weekly, Quarterly &amp; YTD Analysis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Real-Time Business Insights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Lomada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Siva Gangi Reddy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 (Data Science), RGMCET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Aspiring Data Analyst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451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6F524-FD31-264B-2AC7-21FE4C58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A63D3-3F0B-8784-72F3-7B227C416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837" y="149836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Objective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&amp; Database Design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 Loading Process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Power BI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&amp; Calculations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&amp; YTD Insights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Export, Sharing &amp; Future Scope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77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6265-D519-4D30-E0B4-53211D5C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34F0C-640C-7C7D-456C-10EB93561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697" y="145986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Transaction Analytics Project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SQL, Power BI, and DAX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analyze: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 transactions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&amp; regional performance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activation metrics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51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266B-F561-4F8F-6725-6D271949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825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C1F0-EC9C-8991-88E7-8DB5DF7C1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448" y="154649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credit card dashboard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key KPIs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Enable: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performance tracking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Quarterly &amp; YTD analysis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</a:p>
          <a:p>
            <a:pPr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506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E53F9-CDB0-AC13-C564-BAE1584E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042A-C44C-23D6-DFF8-EE6EFA63F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Visualization &amp; dashboards</a:t>
            </a:r>
          </a:p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(MySQL)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storage &amp; querying</a:t>
            </a:r>
          </a:p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KPIs &amp; time intelligence</a:t>
            </a:r>
          </a:p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Files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Raw data source</a:t>
            </a:r>
          </a:p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Service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Publishing &amp; sharing</a:t>
            </a:r>
          </a:p>
          <a:p>
            <a:pPr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8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FF46-F308-4D7B-A8D2-0682B6B1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📂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C905-5AF4-40AA-7985-683478E96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from CSV files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tables: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cc_details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Credit card transactions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Customer demographics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GitHub Repository: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https://github.com/shivareddy2002/Credit_Card_Transaction_Report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23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33B8-5EDB-C7E2-85A5-B1959894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520619"/>
            <a:ext cx="10515600" cy="90541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🧱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7FDE4-CC1B-7C0D-FECE-C2DD10C2B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57" y="1559678"/>
            <a:ext cx="5514474" cy="467907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Overview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relational database design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primary tables: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cust_details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Customer information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cc_details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Credit card transaction data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relationship between customer and transactions.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linked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Client_Num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analytical and time-based queries.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41D29-1438-CC28-1B78-7DE7A6193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592" y="1426029"/>
            <a:ext cx="4680020" cy="481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44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16E2-3C7B-7A96-4131-14E6CBF3F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98" y="52395"/>
            <a:ext cx="10515600" cy="926605"/>
          </a:xfrm>
        </p:spPr>
        <p:txBody>
          <a:bodyPr/>
          <a:lstStyle/>
          <a:p>
            <a:pPr algn="ctr"/>
            <a:r>
              <a:rPr lang="en-US" b="1" dirty="0"/>
              <a:t>🔄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– Data Loading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58874-3BDD-A819-E8EF-8C02633B1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2" y="1253331"/>
            <a:ext cx="323521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Data into SQL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Followed: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CSV files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SQL tables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data using LOAD DATA INFILE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row counts &amp; data types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1ED710E-10A0-FDFB-03F6-68AD3A8D1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504" y="950421"/>
            <a:ext cx="3949041" cy="54776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1230C03-B2C3-D957-34F7-7893CB687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408" y="979000"/>
            <a:ext cx="3654457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0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A270-4515-0E60-18E3-F7D96DC5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17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Copying CSV data into MySQL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486116-5B0E-E961-DD93-4EB0C8EED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651" y="1085297"/>
            <a:ext cx="9816694" cy="540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70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8B151-A5F9-5A43-096D-06A757EE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Data Modeling in Power BI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E8F49-DFA3-D151-7B45-CBE885886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24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Power BI to SQL database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relationships between tables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&amp; transformed data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model for performance</a:t>
            </a:r>
          </a:p>
          <a:p>
            <a:pPr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172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9C39-B96C-B702-7A55-A07BCBC9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🧮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– 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FC713-F6E7-BA1E-58A8-3039835E2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(20–30),  (30–40),  (40–50),  (50–60),  (60+)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Groups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(&lt; 35K)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(35K–70K)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(&gt; 70K)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&amp; spending patterns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11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7FEC-3D21-2CFB-6F19-C6648588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📈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– Revenue &amp; Time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75448-5D45-67EA-A124-2CDBFE6B4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 Annual Fees + Transaction Amount + Interest Earned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Intelligence Measures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Week Revenue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Week Revenue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Week-over-Week (WoW) Comparison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6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8197-9207-118B-E1AF-37249D20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Power BI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050C-B02F-4DBC-500A-76FF92EEB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991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&amp; dynamic visuals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/ Quarter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Category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Group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Type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KPI monitoring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759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406E-6F45-C7B8-8193-A13EFC750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6582"/>
            <a:ext cx="10515600" cy="98319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Transaction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34796A-013E-BAAC-A9D9-EA415F463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27" y="955601"/>
            <a:ext cx="9686743" cy="5420704"/>
          </a:xfrm>
        </p:spPr>
      </p:pic>
    </p:spTree>
    <p:extLst>
      <p:ext uri="{BB962C8B-B14F-4D97-AF65-F5344CB8AC3E}">
        <p14:creationId xmlns:p14="http://schemas.microsoft.com/office/powerpoint/2010/main" val="3950654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2E1F-E58C-9472-0CAE-716F51D3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82BE-2B86-6689-FF5D-A9A39D56E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173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Total Revenue: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💳 Total Transaction Amount: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🔢 Transaction Count: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656K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💸 Interest Earned: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Customer Count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Delinquent Rate: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6.06%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Activation Rate: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57.5%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05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3CCF-1659-ACE1-E147-4751135A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Year-to-Date (YTD)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54A72-8198-90B3-FA4F-56D7FBF5D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2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(YTD)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Total Revenue: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57M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💳 Total Transaction Amount: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46M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💸 Total Interest: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8M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 Male Revenue: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31M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👩 Female Revenue: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26M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346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DF4A-BB27-FB6A-5BEC-681861B1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&amp; Regional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218A4-7078-0667-80EA-3820E0DFA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🏦 Card Category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&amp; Silver cards → ~93% of transactions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Regional Contribution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TX, NY &amp; CA → ~68% of total revenue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968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EE2C-2053-F100-3348-B227DF44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86902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Transaction Report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C971F6-6F59-F69F-A738-8CCFD6C86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38" y="869022"/>
            <a:ext cx="10189121" cy="5694562"/>
          </a:xfrm>
        </p:spPr>
      </p:pic>
    </p:spTree>
    <p:extLst>
      <p:ext uri="{BB962C8B-B14F-4D97-AF65-F5344CB8AC3E}">
        <p14:creationId xmlns:p14="http://schemas.microsoft.com/office/powerpoint/2010/main" val="1882693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CEBF3-F824-4D7F-DCAF-B2285042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Activation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1675D-694F-0F71-E3B2-EA8D1CBD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2" y="1967140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Metrics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Activation Rate: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57.5%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Delinquent Rate: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6.06%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Useful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monitoring &amp; customer engagement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339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6C0D4-EEDD-5B4D-ADB4-6959C420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 Business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5451A-E3DD-F164-DA7F-31087F161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118" y="156336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KPI monitoring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financial decision making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cards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regions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Risky customer segments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strategic planning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175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CB18-2FAE-5DD3-A757-3A257D47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📤 Export &amp;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FE19-57CC-0EC1-5554-9F2588E65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959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Exported as: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reports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Service dashboards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review meetings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&amp; strategy discussions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841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119E-090D-A8FA-8C9C-518D970E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🚀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BA90-3149-379C-73C7-13AD1DC0C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10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forecasting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Delinquency prediction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refresh via Power BI Service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Customer-level drill-through analysis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integration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56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5FC8A-B3B4-075A-1871-5330E2B5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61CB4-2569-0A7A-0F29-8702B90CA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131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Transaction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actionable insights using: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strong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&amp; BI skills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067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0F9D-CCAD-6270-B938-F2BFA7E4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CF5B4-4FD3-8A83-C84B-B0D41B47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project source 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table creation &amp; data loading scripts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&amp; calculations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 &amp; README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for: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validation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 &amp; learning</a:t>
            </a:r>
          </a:p>
          <a:p>
            <a:pPr>
              <a:lnSpc>
                <a:spcPct val="11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https://github.com/shivareddy2002/Credit_Card_Transaction_Report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989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3726F-A80E-0CD2-7358-6CFE31EE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📁 Google Drive – Project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EF9D8-BCD5-70EA-1B4E-90BD6D1F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49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screenshots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Exported PDF reports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demonstrations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presentations</a:t>
            </a: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sharing &amp; access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 Link: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https://drive.google.com/drive/folders/1YSSy2iV1EUN50Yyfj53jRacoqx3Kx3rV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24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10F5-F556-F38C-4D6F-28DA1339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👨‍💻 About the Author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9A5EE-5C54-9B52-F520-20893D97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478200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Lomada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Siva Gangi Reddy</a:t>
            </a:r>
          </a:p>
          <a:p>
            <a:pPr lvl="1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🎓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 (Data Science),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RGMCET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(2021–2025)  </a:t>
            </a:r>
          </a:p>
          <a:p>
            <a:pPr lvl="1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| Machine Learning | Deep Learning | Data Science  </a:t>
            </a:r>
          </a:p>
          <a:p>
            <a:pPr lvl="1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Open to “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Internships &amp; Job Offers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1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lomadasivagangireddy3@gmail.com  </a:t>
            </a:r>
          </a:p>
          <a:p>
            <a:pPr lvl="1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📞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9346493592</a:t>
            </a:r>
          </a:p>
          <a:p>
            <a:pPr lvl="1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https://www.linkedin.com/in/lomada-siva-gangi-reddy-a64197280/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https://github.com/shivareddy2002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https://lsgr-portfolio-pulse.lovable.app/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670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155</TotalTime>
  <Words>902</Words>
  <Application>Microsoft Office PowerPoint</Application>
  <PresentationFormat>Widescreen</PresentationFormat>
  <Paragraphs>179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Times New Roman</vt:lpstr>
      <vt:lpstr>Office Theme</vt:lpstr>
      <vt:lpstr>📊 CREDIT CARD TRANSACTION DASHBOARD (Power BI | SQL | DAX) </vt:lpstr>
      <vt:lpstr> CREDIT CARD TRANSACTIONS  </vt:lpstr>
      <vt:lpstr>Agenda</vt:lpstr>
      <vt:lpstr>Project Overview</vt:lpstr>
      <vt:lpstr>🎯 Project Objective</vt:lpstr>
      <vt:lpstr>🛠 Technology Stack</vt:lpstr>
      <vt:lpstr>📂 Data Source</vt:lpstr>
      <vt:lpstr>🧱 Database Schema</vt:lpstr>
      <vt:lpstr>🔄 SQL – Data Loading Process</vt:lpstr>
      <vt:lpstr>Copying CSV data into MySQL</vt:lpstr>
      <vt:lpstr>🔗 Data Modeling in Power BI</vt:lpstr>
      <vt:lpstr>🧮 DAX – Customer Segmentation</vt:lpstr>
      <vt:lpstr>📈 DAX – Revenue &amp; Time Intelligence</vt:lpstr>
      <vt:lpstr>📊 Power BI Dashboard Overview</vt:lpstr>
      <vt:lpstr>Credit Card Transaction Dashboard</vt:lpstr>
      <vt:lpstr>📌 Key Performance Indicators</vt:lpstr>
      <vt:lpstr>📈 Year-to-Date (YTD) Insights</vt:lpstr>
      <vt:lpstr>Card &amp; Regional Insights</vt:lpstr>
      <vt:lpstr>Customer Transaction Report</vt:lpstr>
      <vt:lpstr>⚠️ Risk &amp; Activation Metrics</vt:lpstr>
      <vt:lpstr>💡 Business Value</vt:lpstr>
      <vt:lpstr>📤 Export &amp; Distribution</vt:lpstr>
      <vt:lpstr>🚀 Future Enhancements</vt:lpstr>
      <vt:lpstr>✅ Conclusion</vt:lpstr>
      <vt:lpstr>💻 GitHub Repository</vt:lpstr>
      <vt:lpstr>📁 Google Drive – Project Assets</vt:lpstr>
      <vt:lpstr>👨‍💻 About the Author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LOMADA SIVA GANGI REDDY</dc:creator>
  <cp:lastModifiedBy>LOMADA SIVA GANGI REDDY</cp:lastModifiedBy>
  <cp:revision>1</cp:revision>
  <dcterms:created xsi:type="dcterms:W3CDTF">2025-12-30T14:33:42Z</dcterms:created>
  <dcterms:modified xsi:type="dcterms:W3CDTF">2025-12-30T17:08:56Z</dcterms:modified>
</cp:coreProperties>
</file>